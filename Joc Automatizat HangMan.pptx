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D3D0F-BF7F-4E2A-BB31-257D8EEEDC8B}" v="95" dt="2026-01-11T07:15:16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onut Vladut Malina" userId="5efa9c2a-9f78-4ed2-a06e-ea42fe386dd4" providerId="ADAL" clId="{89BEACC2-058B-44DE-84F0-E166FD041C30}"/>
    <pc:docChg chg="undo custSel addSld delSld modSld sldOrd">
      <pc:chgData name="Ionut Vladut Malina" userId="5efa9c2a-9f78-4ed2-a06e-ea42fe386dd4" providerId="ADAL" clId="{89BEACC2-058B-44DE-84F0-E166FD041C30}" dt="2026-01-11T07:15:16.997" v="345" actId="113"/>
      <pc:docMkLst>
        <pc:docMk/>
      </pc:docMkLst>
      <pc:sldChg chg="modSp mod modAnim">
        <pc:chgData name="Ionut Vladut Malina" userId="5efa9c2a-9f78-4ed2-a06e-ea42fe386dd4" providerId="ADAL" clId="{89BEACC2-058B-44DE-84F0-E166FD041C30}" dt="2026-01-11T07:06:39.620" v="335"/>
        <pc:sldMkLst>
          <pc:docMk/>
          <pc:sldMk cId="1967597793" sldId="256"/>
        </pc:sldMkLst>
        <pc:spChg chg="mod">
          <ac:chgData name="Ionut Vladut Malina" userId="5efa9c2a-9f78-4ed2-a06e-ea42fe386dd4" providerId="ADAL" clId="{89BEACC2-058B-44DE-84F0-E166FD041C30}" dt="2026-01-11T06:27:41.377" v="32" actId="20577"/>
          <ac:spMkLst>
            <pc:docMk/>
            <pc:sldMk cId="1967597793" sldId="256"/>
            <ac:spMk id="3" creationId="{DD0C07D4-1756-2E7C-F5D9-631A4E00D6A0}"/>
          </ac:spMkLst>
        </pc:spChg>
      </pc:sldChg>
      <pc:sldChg chg="modAnim">
        <pc:chgData name="Ionut Vladut Malina" userId="5efa9c2a-9f78-4ed2-a06e-ea42fe386dd4" providerId="ADAL" clId="{89BEACC2-058B-44DE-84F0-E166FD041C30}" dt="2026-01-11T07:07:19.815" v="336"/>
        <pc:sldMkLst>
          <pc:docMk/>
          <pc:sldMk cId="3225141187" sldId="257"/>
        </pc:sldMkLst>
      </pc:sldChg>
      <pc:sldChg chg="modAnim">
        <pc:chgData name="Ionut Vladut Malina" userId="5efa9c2a-9f78-4ed2-a06e-ea42fe386dd4" providerId="ADAL" clId="{89BEACC2-058B-44DE-84F0-E166FD041C30}" dt="2026-01-11T07:14:14.932" v="344"/>
        <pc:sldMkLst>
          <pc:docMk/>
          <pc:sldMk cId="1571040311" sldId="258"/>
        </pc:sldMkLst>
      </pc:sldChg>
      <pc:sldChg chg="modAnim">
        <pc:chgData name="Ionut Vladut Malina" userId="5efa9c2a-9f78-4ed2-a06e-ea42fe386dd4" providerId="ADAL" clId="{89BEACC2-058B-44DE-84F0-E166FD041C30}" dt="2026-01-11T07:08:24.889" v="341"/>
        <pc:sldMkLst>
          <pc:docMk/>
          <pc:sldMk cId="104197678" sldId="259"/>
        </pc:sldMkLst>
      </pc:sldChg>
      <pc:sldChg chg="modAnim">
        <pc:chgData name="Ionut Vladut Malina" userId="5efa9c2a-9f78-4ed2-a06e-ea42fe386dd4" providerId="ADAL" clId="{89BEACC2-058B-44DE-84F0-E166FD041C30}" dt="2026-01-11T07:07:27.454" v="339"/>
        <pc:sldMkLst>
          <pc:docMk/>
          <pc:sldMk cId="3551826701" sldId="260"/>
        </pc:sldMkLst>
      </pc:sldChg>
      <pc:sldChg chg="modSp mod modAnim">
        <pc:chgData name="Ionut Vladut Malina" userId="5efa9c2a-9f78-4ed2-a06e-ea42fe386dd4" providerId="ADAL" clId="{89BEACC2-058B-44DE-84F0-E166FD041C30}" dt="2026-01-11T07:15:16.997" v="345" actId="113"/>
        <pc:sldMkLst>
          <pc:docMk/>
          <pc:sldMk cId="2814037941" sldId="261"/>
        </pc:sldMkLst>
        <pc:spChg chg="mod">
          <ac:chgData name="Ionut Vladut Malina" userId="5efa9c2a-9f78-4ed2-a06e-ea42fe386dd4" providerId="ADAL" clId="{89BEACC2-058B-44DE-84F0-E166FD041C30}" dt="2026-01-11T06:30:54.839" v="62" actId="20577"/>
          <ac:spMkLst>
            <pc:docMk/>
            <pc:sldMk cId="2814037941" sldId="261"/>
            <ac:spMk id="2" creationId="{6DC41155-E5B4-BC5B-5139-19ED6BEA7947}"/>
          </ac:spMkLst>
        </pc:spChg>
        <pc:spChg chg="mod">
          <ac:chgData name="Ionut Vladut Malina" userId="5efa9c2a-9f78-4ed2-a06e-ea42fe386dd4" providerId="ADAL" clId="{89BEACC2-058B-44DE-84F0-E166FD041C30}" dt="2026-01-11T07:15:16.997" v="345" actId="113"/>
          <ac:spMkLst>
            <pc:docMk/>
            <pc:sldMk cId="2814037941" sldId="261"/>
            <ac:spMk id="3" creationId="{47E1FE60-6927-0501-EC0B-3A3871EB416E}"/>
          </ac:spMkLst>
        </pc:spChg>
      </pc:sldChg>
      <pc:sldChg chg="addSp delSp modSp new del mod ord">
        <pc:chgData name="Ionut Vladut Malina" userId="5efa9c2a-9f78-4ed2-a06e-ea42fe386dd4" providerId="ADAL" clId="{89BEACC2-058B-44DE-84F0-E166FD041C30}" dt="2026-01-11T06:59:09.977" v="334" actId="2696"/>
        <pc:sldMkLst>
          <pc:docMk/>
          <pc:sldMk cId="678839116" sldId="262"/>
        </pc:sldMkLst>
        <pc:spChg chg="mod">
          <ac:chgData name="Ionut Vladut Malina" userId="5efa9c2a-9f78-4ed2-a06e-ea42fe386dd4" providerId="ADAL" clId="{89BEACC2-058B-44DE-84F0-E166FD041C30}" dt="2026-01-11T06:48:00.779" v="273" actId="20577"/>
          <ac:spMkLst>
            <pc:docMk/>
            <pc:sldMk cId="678839116" sldId="262"/>
            <ac:spMk id="2" creationId="{B2E3CC09-82A9-2BEA-1D09-65F0138A71C1}"/>
          </ac:spMkLst>
        </pc:spChg>
        <pc:spChg chg="add del">
          <ac:chgData name="Ionut Vladut Malina" userId="5efa9c2a-9f78-4ed2-a06e-ea42fe386dd4" providerId="ADAL" clId="{89BEACC2-058B-44DE-84F0-E166FD041C30}" dt="2026-01-11T06:54:22.807" v="276" actId="1032"/>
          <ac:spMkLst>
            <pc:docMk/>
            <pc:sldMk cId="678839116" sldId="262"/>
            <ac:spMk id="3" creationId="{6BADC39D-8955-0CF4-7DE5-611CC73C1268}"/>
          </ac:spMkLst>
        </pc:spChg>
        <pc:graphicFrameChg chg="add del modGraphic">
          <ac:chgData name="Ionut Vladut Malina" userId="5efa9c2a-9f78-4ed2-a06e-ea42fe386dd4" providerId="ADAL" clId="{89BEACC2-058B-44DE-84F0-E166FD041C30}" dt="2026-01-11T06:54:13.198" v="275" actId="1032"/>
          <ac:graphicFrameMkLst>
            <pc:docMk/>
            <pc:sldMk cId="678839116" sldId="262"/>
            <ac:graphicFrameMk id="4" creationId="{ED60E10C-BF94-849E-79C8-30AC0DE0BEC9}"/>
          </ac:graphicFrameMkLst>
        </pc:graphicFrameChg>
        <pc:graphicFrameChg chg="add mod modGraphic">
          <ac:chgData name="Ionut Vladut Malina" userId="5efa9c2a-9f78-4ed2-a06e-ea42fe386dd4" providerId="ADAL" clId="{89BEACC2-058B-44DE-84F0-E166FD041C30}" dt="2026-01-11T06:57:45.259" v="313"/>
          <ac:graphicFrameMkLst>
            <pc:docMk/>
            <pc:sldMk cId="678839116" sldId="262"/>
            <ac:graphicFrameMk id="5" creationId="{04945F02-240C-F796-7196-BCBBFDC16400}"/>
          </ac:graphicFrameMkLst>
        </pc:graphicFrameChg>
        <pc:graphicFrameChg chg="add del modGraphic">
          <ac:chgData name="Ionut Vladut Malina" userId="5efa9c2a-9f78-4ed2-a06e-ea42fe386dd4" providerId="ADAL" clId="{89BEACC2-058B-44DE-84F0-E166FD041C30}" dt="2026-01-11T06:57:33.945" v="307" actId="1032"/>
          <ac:graphicFrameMkLst>
            <pc:docMk/>
            <pc:sldMk cId="678839116" sldId="262"/>
            <ac:graphicFrameMk id="6" creationId="{F6A07E10-E6CB-629F-D8AA-D31166C9A1F4}"/>
          </ac:graphicFrameMkLst>
        </pc:graphicFrameChg>
        <pc:graphicFrameChg chg="add del mod modGraphic">
          <ac:chgData name="Ionut Vladut Malina" userId="5efa9c2a-9f78-4ed2-a06e-ea42fe386dd4" providerId="ADAL" clId="{89BEACC2-058B-44DE-84F0-E166FD041C30}" dt="2026-01-11T06:58:57.739" v="333" actId="1032"/>
          <ac:graphicFrameMkLst>
            <pc:docMk/>
            <pc:sldMk cId="678839116" sldId="262"/>
            <ac:graphicFrameMk id="7" creationId="{F3656287-E550-3C29-05D9-E6466D630B1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03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4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0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4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5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9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8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9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59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67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3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5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6C273A-38F2-4D34-98BF-47B24886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2CF659-EE5D-432C-B47F-10AC4A48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3AA549-1F0C-46E0-AAD8-DC3DC6CA6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2C885E9C-CA04-7EA6-E917-741C89C8DF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t="25612" r="-1" b="18134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27" name="Bottom Right">
            <a:extLst>
              <a:ext uri="{FF2B5EF4-FFF2-40B4-BE49-F238E27FC236}">
                <a16:creationId xmlns:a16="http://schemas.microsoft.com/office/drawing/2014/main" id="{7B2F7E43-35EC-4103-9D95-2ACDB0038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7" name="Graphic 157">
              <a:extLst>
                <a:ext uri="{FF2B5EF4-FFF2-40B4-BE49-F238E27FC236}">
                  <a16:creationId xmlns:a16="http://schemas.microsoft.com/office/drawing/2014/main" id="{4CBE545A-C704-48FA-8193-05D4FDAA2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FC12F8B-A54C-43DD-B393-14555547B6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3B33274-B053-4224-A5A0-B90126BFF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C7170C7-58C1-4C2A-BCB1-A35DA8E12D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931EDD4-C978-4F30-9A9D-2C5D3B3E4B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E984CF3-8D55-4CD4-8256-69FDFE61C1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9CC4F5D-4692-4689-807E-46C4886AD3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872E016-A490-4CAF-AAC9-3EE29CBD43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94A6B7E-847F-437A-BC2F-A78EE3F87D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6" name="Footer Placeholder 42">
            <a:extLst>
              <a:ext uri="{FF2B5EF4-FFF2-40B4-BE49-F238E27FC236}">
                <a16:creationId xmlns:a16="http://schemas.microsoft.com/office/drawing/2014/main" id="{03E51277-1095-412F-913B-8FA8021A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28" name="Top Left">
            <a:extLst>
              <a:ext uri="{FF2B5EF4-FFF2-40B4-BE49-F238E27FC236}">
                <a16:creationId xmlns:a16="http://schemas.microsoft.com/office/drawing/2014/main" id="{96F2112D-BBBE-46A6-B66D-A3F02ED32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3662362" y="1504950"/>
            <a:chExt cx="4411694" cy="3835431"/>
          </a:xfrm>
          <a:noFill/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12269F1-E4D6-4EEB-8A0F-059FAFC40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595342" y="1540859"/>
              <a:ext cx="2478714" cy="3799522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88D87B2-D2A4-4577-89DC-7AF275C01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982" y="2388008"/>
              <a:ext cx="2302192" cy="2952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1" name="Graphic 3">
              <a:extLst>
                <a:ext uri="{FF2B5EF4-FFF2-40B4-BE49-F238E27FC236}">
                  <a16:creationId xmlns:a16="http://schemas.microsoft.com/office/drawing/2014/main" id="{96F2112D-BBBE-46A6-B66D-A3F02ED32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62362" y="1504950"/>
              <a:ext cx="1913000" cy="3816381"/>
              <a:chOff x="3662362" y="1504950"/>
              <a:chExt cx="1913000" cy="3816381"/>
            </a:xfrm>
            <a:noFill/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CCB55F8-F950-431F-9B90-688950D9F3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7D0AA11-2E4E-479C-B953-547285E724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62362" y="1504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/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0D86C66-EDF0-4ABB-87F4-A2882A2E02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71791" y="3466048"/>
                <a:ext cx="1604295" cy="1847472"/>
              </a:xfrm>
              <a:custGeom>
                <a:avLst/>
                <a:gdLst>
                  <a:gd name="connsiteX0" fmla="*/ 1604296 w 1604295"/>
                  <a:gd name="connsiteY0" fmla="*/ 1847472 h 1847472"/>
                  <a:gd name="connsiteX1" fmla="*/ 1517809 w 1604295"/>
                  <a:gd name="connsiteY1" fmla="*/ 1544292 h 1847472"/>
                  <a:gd name="connsiteX2" fmla="*/ 1394841 w 1604295"/>
                  <a:gd name="connsiteY2" fmla="*/ 1183771 h 1847472"/>
                  <a:gd name="connsiteX3" fmla="*/ 1318355 w 1604295"/>
                  <a:gd name="connsiteY3" fmla="*/ 695233 h 1847472"/>
                  <a:gd name="connsiteX4" fmla="*/ 1359884 w 1604295"/>
                  <a:gd name="connsiteY4" fmla="*/ 397863 h 1847472"/>
                  <a:gd name="connsiteX5" fmla="*/ 1359884 w 1604295"/>
                  <a:gd name="connsiteY5" fmla="*/ 236700 h 1847472"/>
                  <a:gd name="connsiteX6" fmla="*/ 1351598 w 1604295"/>
                  <a:gd name="connsiteY6" fmla="*/ 67250 h 1847472"/>
                  <a:gd name="connsiteX7" fmla="*/ 1316641 w 1604295"/>
                  <a:gd name="connsiteY7" fmla="*/ 10767 h 1847472"/>
                  <a:gd name="connsiteX8" fmla="*/ 1195292 w 1604295"/>
                  <a:gd name="connsiteY8" fmla="*/ 34008 h 1847472"/>
                  <a:gd name="connsiteX9" fmla="*/ 1005745 w 1604295"/>
                  <a:gd name="connsiteY9" fmla="*/ 254988 h 1847472"/>
                  <a:gd name="connsiteX10" fmla="*/ 763048 w 1604295"/>
                  <a:gd name="connsiteY10" fmla="*/ 587315 h 1847472"/>
                  <a:gd name="connsiteX11" fmla="*/ 548640 w 1604295"/>
                  <a:gd name="connsiteY11" fmla="*/ 861444 h 1847472"/>
                  <a:gd name="connsiteX12" fmla="*/ 328803 w 1604295"/>
                  <a:gd name="connsiteY12" fmla="*/ 1145480 h 1847472"/>
                  <a:gd name="connsiteX13" fmla="*/ 0 w 1604295"/>
                  <a:gd name="connsiteY13" fmla="*/ 1607157 h 1847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04295" h="1847472">
                    <a:moveTo>
                      <a:pt x="1604296" y="1847472"/>
                    </a:moveTo>
                    <a:cubicBezTo>
                      <a:pt x="1573721" y="1753270"/>
                      <a:pt x="1548479" y="1638399"/>
                      <a:pt x="1517809" y="1544292"/>
                    </a:cubicBezTo>
                    <a:cubicBezTo>
                      <a:pt x="1478471" y="1423515"/>
                      <a:pt x="1432846" y="1304929"/>
                      <a:pt x="1394841" y="1183771"/>
                    </a:cubicBezTo>
                    <a:cubicBezTo>
                      <a:pt x="1345025" y="1024893"/>
                      <a:pt x="1305497" y="860778"/>
                      <a:pt x="1318355" y="695233"/>
                    </a:cubicBezTo>
                    <a:cubicBezTo>
                      <a:pt x="1326071" y="595316"/>
                      <a:pt x="1353312" y="497780"/>
                      <a:pt x="1359884" y="397863"/>
                    </a:cubicBezTo>
                    <a:cubicBezTo>
                      <a:pt x="1363409" y="344237"/>
                      <a:pt x="1359503" y="290421"/>
                      <a:pt x="1359884" y="236700"/>
                    </a:cubicBezTo>
                    <a:cubicBezTo>
                      <a:pt x="1360265" y="179740"/>
                      <a:pt x="1366076" y="122114"/>
                      <a:pt x="1351598" y="67250"/>
                    </a:cubicBezTo>
                    <a:cubicBezTo>
                      <a:pt x="1345692" y="44866"/>
                      <a:pt x="1335691" y="23530"/>
                      <a:pt x="1316641" y="10767"/>
                    </a:cubicBezTo>
                    <a:cubicBezTo>
                      <a:pt x="1279874" y="-13998"/>
                      <a:pt x="1233202" y="8290"/>
                      <a:pt x="1195292" y="34008"/>
                    </a:cubicBezTo>
                    <a:cubicBezTo>
                      <a:pt x="1114330" y="89062"/>
                      <a:pt x="1060990" y="173644"/>
                      <a:pt x="1005745" y="254988"/>
                    </a:cubicBezTo>
                    <a:cubicBezTo>
                      <a:pt x="928688" y="368526"/>
                      <a:pt x="847058" y="478825"/>
                      <a:pt x="763048" y="587315"/>
                    </a:cubicBezTo>
                    <a:cubicBezTo>
                      <a:pt x="691991" y="679041"/>
                      <a:pt x="621697" y="771338"/>
                      <a:pt x="548640" y="861444"/>
                    </a:cubicBezTo>
                    <a:cubicBezTo>
                      <a:pt x="425672" y="1012987"/>
                      <a:pt x="453866" y="995747"/>
                      <a:pt x="328803" y="1145480"/>
                    </a:cubicBezTo>
                    <a:cubicBezTo>
                      <a:pt x="294418" y="1186628"/>
                      <a:pt x="21146" y="1558103"/>
                      <a:pt x="0" y="1607157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026082B-E695-4987-8C03-332366C6C9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683507" y="3153822"/>
                <a:ext cx="1223105" cy="1676495"/>
              </a:xfrm>
              <a:custGeom>
                <a:avLst/>
                <a:gdLst>
                  <a:gd name="connsiteX0" fmla="*/ 1223105 w 1223105"/>
                  <a:gd name="connsiteY0" fmla="*/ 0 h 1676495"/>
                  <a:gd name="connsiteX1" fmla="*/ 1000792 w 1223105"/>
                  <a:gd name="connsiteY1" fmla="*/ 254794 h 1676495"/>
                  <a:gd name="connsiteX2" fmla="*/ 744760 w 1223105"/>
                  <a:gd name="connsiteY2" fmla="*/ 651891 h 1676495"/>
                  <a:gd name="connsiteX3" fmla="*/ 345758 w 1223105"/>
                  <a:gd name="connsiteY3" fmla="*/ 1231773 h 1676495"/>
                  <a:gd name="connsiteX4" fmla="*/ 0 w 1223105"/>
                  <a:gd name="connsiteY4" fmla="*/ 1676495 h 167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3105" h="1676495">
                    <a:moveTo>
                      <a:pt x="1223105" y="0"/>
                    </a:moveTo>
                    <a:cubicBezTo>
                      <a:pt x="1136523" y="72771"/>
                      <a:pt x="1066324" y="162401"/>
                      <a:pt x="1000792" y="254794"/>
                    </a:cubicBezTo>
                    <a:cubicBezTo>
                      <a:pt x="909733" y="383286"/>
                      <a:pt x="827723" y="517970"/>
                      <a:pt x="744760" y="651891"/>
                    </a:cubicBezTo>
                    <a:cubicBezTo>
                      <a:pt x="621030" y="851726"/>
                      <a:pt x="497777" y="1052608"/>
                      <a:pt x="345758" y="1231773"/>
                    </a:cubicBezTo>
                    <a:cubicBezTo>
                      <a:pt x="248888" y="1345978"/>
                      <a:pt x="61722" y="1540764"/>
                      <a:pt x="0" y="16764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61A8835-D9FC-4CAB-AF19-A5513B17B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6517" y="3097027"/>
                <a:ext cx="668845" cy="2224304"/>
              </a:xfrm>
              <a:custGeom>
                <a:avLst/>
                <a:gdLst>
                  <a:gd name="connsiteX0" fmla="*/ 668846 w 668845"/>
                  <a:gd name="connsiteY0" fmla="*/ 2224305 h 2224304"/>
                  <a:gd name="connsiteX1" fmla="*/ 486918 w 668845"/>
                  <a:gd name="connsiteY1" fmla="*/ 1944365 h 2224304"/>
                  <a:gd name="connsiteX2" fmla="*/ 376809 w 668845"/>
                  <a:gd name="connsiteY2" fmla="*/ 1659663 h 2224304"/>
                  <a:gd name="connsiteX3" fmla="*/ 319373 w 668845"/>
                  <a:gd name="connsiteY3" fmla="*/ 1425157 h 2224304"/>
                  <a:gd name="connsiteX4" fmla="*/ 264319 w 668845"/>
                  <a:gd name="connsiteY4" fmla="*/ 1130834 h 2224304"/>
                  <a:gd name="connsiteX5" fmla="*/ 278702 w 668845"/>
                  <a:gd name="connsiteY5" fmla="*/ 882041 h 2224304"/>
                  <a:gd name="connsiteX6" fmla="*/ 302609 w 668845"/>
                  <a:gd name="connsiteY6" fmla="*/ 736118 h 2224304"/>
                  <a:gd name="connsiteX7" fmla="*/ 360045 w 668845"/>
                  <a:gd name="connsiteY7" fmla="*/ 444177 h 2224304"/>
                  <a:gd name="connsiteX8" fmla="*/ 386334 w 668845"/>
                  <a:gd name="connsiteY8" fmla="*/ 233675 h 2224304"/>
                  <a:gd name="connsiteX9" fmla="*/ 0 w 668845"/>
                  <a:gd name="connsiteY9" fmla="*/ 56795 h 2224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8845" h="2224304">
                    <a:moveTo>
                      <a:pt x="668846" y="2224305"/>
                    </a:moveTo>
                    <a:cubicBezTo>
                      <a:pt x="599218" y="2137151"/>
                      <a:pt x="537210" y="2043996"/>
                      <a:pt x="486918" y="1944365"/>
                    </a:cubicBezTo>
                    <a:cubicBezTo>
                      <a:pt x="441008" y="1853306"/>
                      <a:pt x="404717" y="1757770"/>
                      <a:pt x="376809" y="1659663"/>
                    </a:cubicBezTo>
                    <a:cubicBezTo>
                      <a:pt x="354806" y="1582224"/>
                      <a:pt x="337757" y="1503548"/>
                      <a:pt x="319373" y="1425157"/>
                    </a:cubicBezTo>
                    <a:cubicBezTo>
                      <a:pt x="296418" y="1327811"/>
                      <a:pt x="270510" y="1230657"/>
                      <a:pt x="264319" y="1130834"/>
                    </a:cubicBezTo>
                    <a:cubicBezTo>
                      <a:pt x="259080" y="1047681"/>
                      <a:pt x="266891" y="964528"/>
                      <a:pt x="278702" y="882041"/>
                    </a:cubicBezTo>
                    <a:cubicBezTo>
                      <a:pt x="285655" y="833274"/>
                      <a:pt x="293751" y="784601"/>
                      <a:pt x="302609" y="736118"/>
                    </a:cubicBezTo>
                    <a:cubicBezTo>
                      <a:pt x="320516" y="638582"/>
                      <a:pt x="339471" y="541237"/>
                      <a:pt x="360045" y="444177"/>
                    </a:cubicBezTo>
                    <a:cubicBezTo>
                      <a:pt x="374809" y="374549"/>
                      <a:pt x="389763" y="304541"/>
                      <a:pt x="386334" y="233675"/>
                    </a:cubicBezTo>
                    <a:cubicBezTo>
                      <a:pt x="383191" y="168809"/>
                      <a:pt x="391287" y="-120751"/>
                      <a:pt x="0" y="56795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2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4E6BA76-9515-415F-BAC9-76958DA6E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39145" y="4663452"/>
              <a:ext cx="1103852" cy="657879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C120B3D-CF1C-49AE-B5B4-6BF58973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21047"/>
              <a:ext cx="1271168" cy="2861881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F7B6392-DF04-4EF6-A433-4A7A757D6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536477"/>
              <a:ext cx="919096" cy="2636139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FB987BC-4338-4C63-8DB9-5CB9DC489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717738"/>
              <a:ext cx="625711" cy="229238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0B5029E-655F-4CB5-BCA2-B62400CE7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1951196"/>
              <a:ext cx="421548" cy="1865756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66F436B-D502-4927-A05D-0691A99F65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201418"/>
              <a:ext cx="286935" cy="1358264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3D19BC0-342A-4662-8B01-078F5BC25F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71887" y="2482500"/>
              <a:ext cx="167300" cy="890873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F32521F-B67B-4D14-BB6E-0DD27E1C7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49272" y="1514475"/>
              <a:ext cx="3076098" cy="1677721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6F73602-5ACB-4102-894B-D140E71E6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9025" y="1548764"/>
              <a:ext cx="2607257" cy="1468691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87FA368-45DC-4276-A257-F67A12B2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50204" y="1524380"/>
              <a:ext cx="2095685" cy="1175182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bg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F6FEB7-1D80-C31D-044F-1F465C29C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404" y="731041"/>
            <a:ext cx="10191942" cy="3173034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Joc </a:t>
            </a:r>
            <a:r>
              <a:rPr lang="en-US" sz="6600" dirty="0" err="1">
                <a:solidFill>
                  <a:srgbClr val="FFFFFF"/>
                </a:solidFill>
              </a:rPr>
              <a:t>Automatizat</a:t>
            </a:r>
            <a:r>
              <a:rPr lang="en-US" sz="6600" dirty="0">
                <a:solidFill>
                  <a:srgbClr val="FFFFFF"/>
                </a:solidFill>
              </a:rPr>
              <a:t> </a:t>
            </a:r>
            <a:r>
              <a:rPr lang="en-US" sz="6600" dirty="0" err="1">
                <a:solidFill>
                  <a:srgbClr val="FFFFFF"/>
                </a:solidFill>
              </a:rPr>
              <a:t>HangMan</a:t>
            </a:r>
            <a:endParaRPr lang="en-US" sz="6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C07D4-1756-2E7C-F5D9-631A4E00D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058" y="4069354"/>
            <a:ext cx="10191941" cy="248299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Un </a:t>
            </a:r>
            <a:r>
              <a:rPr lang="en-US" sz="2800" dirty="0" err="1">
                <a:solidFill>
                  <a:schemeClr val="bg1"/>
                </a:solidFill>
              </a:rPr>
              <a:t>algoritm</a:t>
            </a:r>
            <a:r>
              <a:rPr lang="en-US" sz="2800" dirty="0">
                <a:solidFill>
                  <a:schemeClr val="bg1"/>
                </a:solidFill>
              </a:rPr>
              <a:t> care „</a:t>
            </a:r>
            <a:r>
              <a:rPr lang="en-US" sz="2800" dirty="0" err="1">
                <a:solidFill>
                  <a:schemeClr val="bg1"/>
                </a:solidFill>
              </a:rPr>
              <a:t>ghicește</a:t>
            </a:r>
            <a:r>
              <a:rPr lang="en-US" sz="2800" dirty="0">
                <a:solidFill>
                  <a:schemeClr val="bg1"/>
                </a:solidFill>
              </a:rPr>
              <a:t>” </a:t>
            </a:r>
            <a:r>
              <a:rPr lang="en-US" sz="2800" dirty="0" err="1">
                <a:solidFill>
                  <a:schemeClr val="bg1"/>
                </a:solidFill>
              </a:rPr>
              <a:t>cuvinte</a:t>
            </a:r>
            <a:r>
              <a:rPr lang="en-US" sz="2800" dirty="0">
                <a:solidFill>
                  <a:schemeClr val="bg1"/>
                </a:solidFill>
              </a:rPr>
              <a:t> pe </a:t>
            </a:r>
            <a:r>
              <a:rPr lang="en-US" sz="2800" dirty="0" err="1">
                <a:solidFill>
                  <a:schemeClr val="bg1"/>
                </a:solidFill>
              </a:rPr>
              <a:t>baza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unei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liste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și</a:t>
            </a:r>
            <a:r>
              <a:rPr lang="en-US" sz="2800" dirty="0">
                <a:solidFill>
                  <a:schemeClr val="bg1"/>
                </a:solidFill>
              </a:rPr>
              <a:t> a </a:t>
            </a:r>
            <a:r>
              <a:rPr lang="en-US" sz="2800" dirty="0" err="1">
                <a:solidFill>
                  <a:schemeClr val="bg1"/>
                </a:solidFill>
              </a:rPr>
              <a:t>unui</a:t>
            </a:r>
            <a:r>
              <a:rPr lang="en-US" sz="2800" dirty="0">
                <a:solidFill>
                  <a:schemeClr val="bg1"/>
                </a:solidFill>
              </a:rPr>
              <a:t> model de </a:t>
            </a:r>
            <a:r>
              <a:rPr lang="en-US" sz="2800" dirty="0" err="1">
                <a:solidFill>
                  <a:schemeClr val="bg1"/>
                </a:solidFill>
              </a:rPr>
              <a:t>frecvență</a:t>
            </a:r>
            <a:r>
              <a:rPr lang="en-US" sz="2800" dirty="0">
                <a:solidFill>
                  <a:schemeClr val="bg1"/>
                </a:solidFill>
              </a:rPr>
              <a:t> a </a:t>
            </a:r>
            <a:r>
              <a:rPr lang="en-US" sz="2800" dirty="0" err="1">
                <a:solidFill>
                  <a:schemeClr val="bg1"/>
                </a:solidFill>
              </a:rPr>
              <a:t>literelor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 err="1">
                <a:solidFill>
                  <a:schemeClr val="bg1"/>
                </a:solidFill>
              </a:rPr>
              <a:t>Prezentator</a:t>
            </a:r>
            <a:r>
              <a:rPr lang="en-US" sz="2800" dirty="0">
                <a:solidFill>
                  <a:schemeClr val="bg1"/>
                </a:solidFill>
              </a:rPr>
              <a:t>: Malina  Ionuț</a:t>
            </a:r>
          </a:p>
        </p:txBody>
      </p:sp>
      <p:grpSp>
        <p:nvGrpSpPr>
          <p:cNvPr id="48" name="Cross">
            <a:extLst>
              <a:ext uri="{FF2B5EF4-FFF2-40B4-BE49-F238E27FC236}">
                <a16:creationId xmlns:a16="http://schemas.microsoft.com/office/drawing/2014/main" id="{DDB99EF5-8801-40E2-83D3-196FADCBB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3874229"/>
            <a:ext cx="118872" cy="118872"/>
            <a:chOff x="1175347" y="3733800"/>
            <a:chExt cx="118872" cy="118872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0FE3A76-C0EC-41F2-92AD-1A75BA377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22AF00A-AACB-4D06-A706-4231FD4EC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759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8A613-C4DA-3DA8-DAC1-DB039A7A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Scopul</a:t>
            </a:r>
            <a:r>
              <a:rPr lang="en-US" b="1" dirty="0"/>
              <a:t> </a:t>
            </a:r>
            <a:r>
              <a:rPr lang="en-US" b="1" dirty="0" err="1"/>
              <a:t>proiectului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FFE14-4671-C001-F8FE-1A5E62AB8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Dezvoltarea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unui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algoritm</a:t>
            </a:r>
            <a:r>
              <a:rPr lang="en-US" dirty="0">
                <a:solidFill>
                  <a:schemeClr val="tx1"/>
                </a:solidFill>
              </a:rPr>
              <a:t> care </a:t>
            </a:r>
            <a:r>
              <a:rPr lang="en-US" dirty="0" err="1">
                <a:solidFill>
                  <a:schemeClr val="tx1"/>
                </a:solidFill>
              </a:rPr>
              <a:t>poate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ghici</a:t>
            </a:r>
            <a:r>
              <a:rPr lang="en-US" dirty="0">
                <a:solidFill>
                  <a:schemeClr val="tx1"/>
                </a:solidFill>
              </a:rPr>
              <a:t> automat </a:t>
            </a:r>
            <a:r>
              <a:rPr lang="en-US" dirty="0" err="1">
                <a:solidFill>
                  <a:schemeClr val="tx1"/>
                </a:solidFill>
              </a:rPr>
              <a:t>cuvinte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necunoscute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în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stilul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jocului</a:t>
            </a:r>
            <a:r>
              <a:rPr lang="en-US" dirty="0">
                <a:solidFill>
                  <a:schemeClr val="tx1"/>
                </a:solidFill>
              </a:rPr>
              <a:t> „</a:t>
            </a:r>
            <a:r>
              <a:rPr lang="en-US" dirty="0" err="1">
                <a:solidFill>
                  <a:schemeClr val="tx1"/>
                </a:solidFill>
              </a:rPr>
              <a:t>Spânzurătoarea</a:t>
            </a:r>
            <a:r>
              <a:rPr lang="en-US" dirty="0">
                <a:solidFill>
                  <a:schemeClr val="tx1"/>
                </a:solidFill>
              </a:rPr>
              <a:t>” (Hangman).</a:t>
            </a:r>
          </a:p>
          <a:p>
            <a:r>
              <a:rPr lang="en-US" dirty="0" err="1">
                <a:solidFill>
                  <a:schemeClr val="tx1"/>
                </a:solidFill>
              </a:rPr>
              <a:t>Folosirea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unei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liste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cuvinte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reale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a face </a:t>
            </a:r>
            <a:r>
              <a:rPr lang="en-US" dirty="0" err="1">
                <a:solidFill>
                  <a:schemeClr val="tx1"/>
                </a:solidFill>
              </a:rPr>
              <a:t>predicțiile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 err="1">
                <a:solidFill>
                  <a:schemeClr val="tx1"/>
                </a:solidFill>
              </a:rPr>
              <a:t>Analizarea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eficienței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algoritmului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număr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mediu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încercări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procent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succes</a:t>
            </a:r>
            <a:r>
              <a:rPr lang="en-US" dirty="0">
                <a:solidFill>
                  <a:schemeClr val="tx1"/>
                </a:solidFill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14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1A0F-077E-56AC-59DF-517298EBB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Technologii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utilizate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4C30-C5D0-8404-D8E0-80C882D0B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Biblioteci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 → </a:t>
            </a:r>
            <a:r>
              <a:rPr lang="en-US" dirty="0" err="1">
                <a:solidFill>
                  <a:schemeClr val="tx1"/>
                </a:solidFill>
              </a:rPr>
              <a:t>potriviri</a:t>
            </a:r>
            <a:r>
              <a:rPr lang="en-US" dirty="0">
                <a:solidFill>
                  <a:schemeClr val="tx1"/>
                </a:solidFill>
              </a:rPr>
              <a:t> regex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modele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cuvinte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random → </a:t>
            </a:r>
            <a:r>
              <a:rPr lang="en-US" dirty="0" err="1">
                <a:solidFill>
                  <a:schemeClr val="tx1"/>
                </a:solidFill>
              </a:rPr>
              <a:t>selecție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aleatorie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simulări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csv → export </a:t>
            </a:r>
            <a:r>
              <a:rPr lang="en-US" dirty="0" err="1">
                <a:solidFill>
                  <a:schemeClr val="tx1"/>
                </a:solidFill>
              </a:rPr>
              <a:t>rezultate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în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fișiere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collections.Counter</a:t>
            </a:r>
            <a:r>
              <a:rPr lang="en-US" dirty="0">
                <a:solidFill>
                  <a:schemeClr val="tx1"/>
                </a:solidFill>
              </a:rPr>
              <a:t> → </a:t>
            </a:r>
            <a:r>
              <a:rPr lang="en-US" dirty="0" err="1">
                <a:solidFill>
                  <a:schemeClr val="tx1"/>
                </a:solidFill>
              </a:rPr>
              <a:t>calcul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frecvențe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litere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pathlib</a:t>
            </a:r>
            <a:r>
              <a:rPr lang="en-US" dirty="0">
                <a:solidFill>
                  <a:schemeClr val="tx1"/>
                </a:solidFill>
              </a:rPr>
              <a:t> → </a:t>
            </a:r>
            <a:r>
              <a:rPr lang="en-US" dirty="0" err="1">
                <a:solidFill>
                  <a:schemeClr val="tx1"/>
                </a:solidFill>
              </a:rPr>
              <a:t>manipulare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elegantă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fișierelor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04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4D98-E7A9-37B4-C50B-5BDC23BBA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F26E4-9686-DB74-26B2-A925F51C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Date de </a:t>
            </a:r>
            <a:r>
              <a:rPr lang="en-US" b="1" dirty="0" err="1">
                <a:solidFill>
                  <a:schemeClr val="tx1"/>
                </a:solidFill>
              </a:rPr>
              <a:t>intrare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cuvinte.txt – </a:t>
            </a:r>
            <a:r>
              <a:rPr lang="en-US" dirty="0" err="1">
                <a:solidFill>
                  <a:schemeClr val="tx1"/>
                </a:solidFill>
              </a:rPr>
              <a:t>listă</a:t>
            </a:r>
            <a:r>
              <a:rPr lang="en-US" dirty="0">
                <a:solidFill>
                  <a:schemeClr val="tx1"/>
                </a:solidFill>
              </a:rPr>
              <a:t> cu </a:t>
            </a:r>
            <a:r>
              <a:rPr lang="en-US" dirty="0" err="1">
                <a:solidFill>
                  <a:schemeClr val="tx1"/>
                </a:solidFill>
              </a:rPr>
              <a:t>cuvinte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valide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cuvinte_de_verificat.txt – </a:t>
            </a:r>
            <a:r>
              <a:rPr lang="en-US" dirty="0" err="1">
                <a:solidFill>
                  <a:schemeClr val="tx1"/>
                </a:solidFill>
              </a:rPr>
              <a:t>cuvinte</a:t>
            </a:r>
            <a:r>
              <a:rPr lang="en-US" dirty="0">
                <a:solidFill>
                  <a:schemeClr val="tx1"/>
                </a:solidFill>
              </a:rPr>
              <a:t> de test cu pattern-</a:t>
            </a:r>
            <a:r>
              <a:rPr lang="en-US" dirty="0" err="1">
                <a:solidFill>
                  <a:schemeClr val="tx1"/>
                </a:solidFill>
              </a:rPr>
              <a:t>uri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inițiale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9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D95CD3-04D4-452B-0556-FC6C90CE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8369" cy="2236864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Rezultate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obtinute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32A0B-14E9-F4CA-A6E5-A536487DE6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5756" y="2955401"/>
            <a:ext cx="3988112" cy="31576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3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3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Medie 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încercări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~5–</a:t>
            </a:r>
            <a:r>
              <a:rPr lang="en-US" altLang="en-US" sz="1300" dirty="0">
                <a:latin typeface="Arial" panose="020B0604020202020204" pitchFamily="34" charset="0"/>
              </a:rPr>
              <a:t>8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litere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cuvânt</a:t>
            </a:r>
            <a:endParaRPr kumimoji="0" lang="en-US" altLang="en-US" sz="13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Succes: 100% (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cuvântul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este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întotdeauna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găsit</a:t>
            </a:r>
            <a:r>
              <a:rPr kumimoji="0" lang="en-US" altLang="en-US" sz="13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dirty="0" err="1"/>
              <a:t>Simulare</a:t>
            </a:r>
            <a:r>
              <a:rPr lang="en-US" sz="1300" dirty="0"/>
              <a:t> 100 de </a:t>
            </a:r>
            <a:r>
              <a:rPr lang="en-US" sz="1300" dirty="0" err="1"/>
              <a:t>cuvinte</a:t>
            </a:r>
            <a:r>
              <a:rPr lang="en-US" sz="1300" dirty="0"/>
              <a:t> </a:t>
            </a:r>
            <a:r>
              <a:rPr lang="en-US" sz="1300" dirty="0" err="1"/>
              <a:t>aleatorii</a:t>
            </a:r>
            <a:r>
              <a:rPr lang="en-US" sz="13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1300" dirty="0"/>
              <a:t>Medie </a:t>
            </a:r>
            <a:r>
              <a:rPr lang="en-US" sz="1300" dirty="0" err="1"/>
              <a:t>încercări</a:t>
            </a:r>
            <a:r>
              <a:rPr lang="en-US" sz="1300" dirty="0"/>
              <a:t>: ≈ 8.9</a:t>
            </a:r>
          </a:p>
          <a:p>
            <a:pPr>
              <a:lnSpc>
                <a:spcPct val="100000"/>
              </a:lnSpc>
            </a:pPr>
            <a:r>
              <a:rPr lang="en-US" sz="1300" dirty="0"/>
              <a:t>Succes: 100%</a:t>
            </a:r>
          </a:p>
          <a:p>
            <a:pPr>
              <a:lnSpc>
                <a:spcPct val="100000"/>
              </a:lnSpc>
            </a:pPr>
            <a:r>
              <a:rPr lang="en-US" sz="1300" dirty="0" err="1"/>
              <a:t>Rezultatele</a:t>
            </a:r>
            <a:r>
              <a:rPr lang="en-US" sz="1300" dirty="0"/>
              <a:t> sunt </a:t>
            </a:r>
            <a:r>
              <a:rPr lang="en-US" sz="1300" dirty="0" err="1"/>
              <a:t>exportate</a:t>
            </a:r>
            <a:r>
              <a:rPr lang="en-US" sz="1300" dirty="0"/>
              <a:t> automat </a:t>
            </a:r>
            <a:r>
              <a:rPr lang="en-US" sz="1300" dirty="0" err="1"/>
              <a:t>în</a:t>
            </a:r>
            <a:r>
              <a:rPr lang="en-US" sz="1300" dirty="0"/>
              <a:t> </a:t>
            </a:r>
            <a:r>
              <a:rPr lang="en-US" sz="1300" dirty="0" err="1"/>
              <a:t>fișier</a:t>
            </a:r>
            <a:r>
              <a:rPr lang="en-US" sz="1300" dirty="0"/>
              <a:t> CSV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C3BAE2-BE06-70E7-B124-F3D637DA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03" y="2444342"/>
            <a:ext cx="6387190" cy="1964061"/>
          </a:xfrm>
          <a:prstGeom prst="rect">
            <a:avLst/>
          </a:prstGeom>
        </p:spPr>
      </p:pic>
      <p:grpSp>
        <p:nvGrpSpPr>
          <p:cNvPr id="25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7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182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1155-E5B4-BC5B-5139-19ED6BEA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Concluzie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și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îmbunătățiri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1FE60-6927-0501-EC0B-3A3871EB4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Programul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demonstrează</a:t>
            </a:r>
            <a:r>
              <a:rPr lang="en-US" dirty="0">
                <a:solidFill>
                  <a:schemeClr val="tx1"/>
                </a:solidFill>
              </a:rPr>
              <a:t> o </a:t>
            </a:r>
            <a:r>
              <a:rPr lang="en-US" dirty="0" err="1">
                <a:solidFill>
                  <a:schemeClr val="tx1"/>
                </a:solidFill>
              </a:rPr>
              <a:t>metodă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eficientă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și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automatizată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rezolvare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jocului</a:t>
            </a:r>
            <a:r>
              <a:rPr lang="en-US" dirty="0">
                <a:solidFill>
                  <a:schemeClr val="tx1"/>
                </a:solidFill>
              </a:rPr>
              <a:t> Hangman, </a:t>
            </a:r>
            <a:r>
              <a:rPr lang="en-US" dirty="0" err="1">
                <a:solidFill>
                  <a:schemeClr val="tx1"/>
                </a:solidFill>
              </a:rPr>
              <a:t>folosind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filtrare</a:t>
            </a:r>
            <a:r>
              <a:rPr lang="en-US" dirty="0">
                <a:solidFill>
                  <a:schemeClr val="tx1"/>
                </a:solidFill>
              </a:rPr>
              <a:t> regex </a:t>
            </a:r>
            <a:r>
              <a:rPr lang="en-US" dirty="0" err="1">
                <a:solidFill>
                  <a:schemeClr val="tx1"/>
                </a:solidFill>
              </a:rPr>
              <a:t>și</a:t>
            </a:r>
            <a:r>
              <a:rPr lang="en-US" dirty="0">
                <a:solidFill>
                  <a:schemeClr val="tx1"/>
                </a:solidFill>
              </a:rPr>
              <a:t> o </a:t>
            </a:r>
            <a:r>
              <a:rPr lang="en-US" dirty="0" err="1">
                <a:solidFill>
                  <a:schemeClr val="tx1"/>
                </a:solidFill>
              </a:rPr>
              <a:t>euristică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simplă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dar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eficientă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bazată</a:t>
            </a:r>
            <a:r>
              <a:rPr lang="en-US" dirty="0">
                <a:solidFill>
                  <a:schemeClr val="tx1"/>
                </a:solidFill>
              </a:rPr>
              <a:t> pe </a:t>
            </a:r>
            <a:r>
              <a:rPr lang="en-US" dirty="0" err="1">
                <a:solidFill>
                  <a:schemeClr val="tx1"/>
                </a:solidFill>
              </a:rPr>
              <a:t>frecvența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literelor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Îmbunătățiri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Extinderea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proiectului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Hangman</a:t>
            </a:r>
            <a:r>
              <a:rPr lang="en-US" dirty="0">
                <a:solidFill>
                  <a:schemeClr val="tx1"/>
                </a:solidFill>
              </a:rPr>
              <a:t> la un </a:t>
            </a:r>
            <a:r>
              <a:rPr lang="en-US" dirty="0" err="1">
                <a:solidFill>
                  <a:schemeClr val="tx1"/>
                </a:solidFill>
              </a:rPr>
              <a:t>serviciu</a:t>
            </a:r>
            <a:r>
              <a:rPr lang="en-US" dirty="0">
                <a:solidFill>
                  <a:schemeClr val="tx1"/>
                </a:solidFill>
              </a:rPr>
              <a:t> care </a:t>
            </a:r>
            <a:r>
              <a:rPr lang="en-US" dirty="0" err="1">
                <a:solidFill>
                  <a:schemeClr val="tx1"/>
                </a:solidFill>
              </a:rPr>
              <a:t>rulează</a:t>
            </a:r>
            <a:r>
              <a:rPr lang="en-US" dirty="0">
                <a:solidFill>
                  <a:schemeClr val="tx1"/>
                </a:solidFill>
              </a:rPr>
              <a:t> pe server </a:t>
            </a:r>
            <a:r>
              <a:rPr lang="en-US" dirty="0" err="1">
                <a:solidFill>
                  <a:schemeClr val="tx1"/>
                </a:solidFill>
              </a:rPr>
              <a:t>și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expune</a:t>
            </a:r>
            <a:r>
              <a:rPr lang="en-US" dirty="0">
                <a:solidFill>
                  <a:schemeClr val="tx1"/>
                </a:solidFill>
              </a:rPr>
              <a:t> un API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clienți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03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0781EDCB846045A61B8C1757B90F59" ma:contentTypeVersion="5" ma:contentTypeDescription="Create a new document." ma:contentTypeScope="" ma:versionID="e1a2ca09971a29c33316de4efcac1358">
  <xsd:schema xmlns:xsd="http://www.w3.org/2001/XMLSchema" xmlns:xs="http://www.w3.org/2001/XMLSchema" xmlns:p="http://schemas.microsoft.com/office/2006/metadata/properties" xmlns:ns3="fe540e69-2d1c-449d-8fa7-5313f04f1d97" targetNamespace="http://schemas.microsoft.com/office/2006/metadata/properties" ma:root="true" ma:fieldsID="46ef629c1d0b38e37f719ffc516fb2e5" ns3:_="">
    <xsd:import namespace="fe540e69-2d1c-449d-8fa7-5313f04f1d9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540e69-2d1c-449d-8fa7-5313f04f1d9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A3CA47-CDD9-4D5A-9411-D95F7651AF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8A79F2-D73D-437E-A8C3-49D2699FDD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540e69-2d1c-449d-8fa7-5313f04f1d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7DB49E-5CA4-41EF-84D5-DA4D3B5AA058}">
  <ds:schemaRefs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fe540e69-2d1c-449d-8fa7-5313f04f1d97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227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 Next LT Pro</vt:lpstr>
      <vt:lpstr>AvenirNext LT Pro Medium</vt:lpstr>
      <vt:lpstr>Posterama</vt:lpstr>
      <vt:lpstr>Segoe UI Semilight</vt:lpstr>
      <vt:lpstr>ExploreVTI</vt:lpstr>
      <vt:lpstr>Joc Automatizat HangMan</vt:lpstr>
      <vt:lpstr>Scopul proiectului</vt:lpstr>
      <vt:lpstr>Technologii utilizate</vt:lpstr>
      <vt:lpstr>PowerPoint Presentation</vt:lpstr>
      <vt:lpstr>Rezultate obtinute</vt:lpstr>
      <vt:lpstr>Concluzie și îmbunătățiri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Ionut Vladut Malina</dc:creator>
  <cp:lastModifiedBy>Ionut Vladut Malina</cp:lastModifiedBy>
  <cp:revision>1</cp:revision>
  <dcterms:created xsi:type="dcterms:W3CDTF">2025-11-10T09:34:35Z</dcterms:created>
  <dcterms:modified xsi:type="dcterms:W3CDTF">2026-01-11T07:15:22Z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2025-11-10T10:54:53Z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eddea547-4f5d-4f3e-a2cb-6c96cc486ae8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  <property fmtid="{D5CDD505-2E9C-101B-9397-08002B2CF9AE}" pid="10" name="ContentTypeId">
    <vt:lpwstr>0x010100310781EDCB846045A61B8C1757B90F59</vt:lpwstr>
  </property>
</Properties>
</file>